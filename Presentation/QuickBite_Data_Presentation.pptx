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63" r:id="rId3"/>
    <p:sldId id="264" r:id="rId4"/>
    <p:sldId id="265" r:id="rId5"/>
    <p:sldId id="266"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p:scale>
          <a:sx n="93" d="100"/>
          <a:sy n="93" d="100"/>
        </p:scale>
        <p:origin x="7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9/4/2026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a:xfrm>
            <a:off x="1524000" y="3602038"/>
            <a:ext cx="9144000" cy="2942600"/>
          </a:xfrm>
        </p:spPr>
        <p:txBody>
          <a:bodyPr>
            <a:normAutofit/>
          </a:bodyPr>
          <a:lstStyle/>
          <a:p>
            <a:pPr>
              <a:lnSpc>
                <a:spcPct val="170000"/>
              </a:lnSpc>
            </a:pPr>
            <a:r>
              <a:rPr lang="en-US" b="1" dirty="0" err="1"/>
              <a:t>QuickBite</a:t>
            </a:r>
            <a:r>
              <a:rPr lang="en-US" b="1" dirty="0"/>
              <a:t> Marketing Analytics</a:t>
            </a:r>
          </a:p>
          <a:p>
            <a:pPr>
              <a:lnSpc>
                <a:spcPct val="170000"/>
              </a:lnSpc>
            </a:pPr>
            <a:r>
              <a:rPr lang="en-US" b="1" dirty="0"/>
              <a:t>Customer Behavior • Marketing Performance • Order Conversion</a:t>
            </a:r>
            <a:endParaRPr lang="en-US" dirty="0"/>
          </a:p>
          <a:p>
            <a:pPr>
              <a:lnSpc>
                <a:spcPct val="170000"/>
              </a:lnSpc>
            </a:pPr>
            <a:r>
              <a:rPr lang="en-US" i="1" dirty="0"/>
              <a:t>A data-driven analysis of customer engagement, marketing effectiveness, conversion performance, and customer feedback.</a:t>
            </a:r>
            <a:endParaRPr lang="en-US"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6550C-D459-9892-C6D6-E85EC61D4F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6AF8FD-BF36-5300-F56A-9D48F5FB5BF7}"/>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F61D15AB-9DC3-0CDB-5849-5DCE794CE57A}"/>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16%,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3.6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24" name="Picture 23">
            <a:extLst>
              <a:ext uri="{FF2B5EF4-FFF2-40B4-BE49-F238E27FC236}">
                <a16:creationId xmlns:a16="http://schemas.microsoft.com/office/drawing/2014/main" id="{F979FB20-9561-290B-487E-C629C59A5361}"/>
              </a:ext>
            </a:extLst>
          </p:cNvPr>
          <p:cNvPicPr>
            <a:picLocks noChangeAspect="1"/>
          </p:cNvPicPr>
          <p:nvPr/>
        </p:nvPicPr>
        <p:blipFill>
          <a:blip r:embed="rId2"/>
          <a:stretch>
            <a:fillRect/>
          </a:stretch>
        </p:blipFill>
        <p:spPr>
          <a:xfrm>
            <a:off x="4482622" y="1026695"/>
            <a:ext cx="7468745" cy="5150267"/>
          </a:xfrm>
          <a:prstGeom prst="rect">
            <a:avLst/>
          </a:prstGeom>
        </p:spPr>
      </p:pic>
      <p:cxnSp>
        <p:nvCxnSpPr>
          <p:cNvPr id="28" name="Straight Arrow Connector 27">
            <a:extLst>
              <a:ext uri="{FF2B5EF4-FFF2-40B4-BE49-F238E27FC236}">
                <a16:creationId xmlns:a16="http://schemas.microsoft.com/office/drawing/2014/main" id="{D23022B0-DD1C-CA19-BF7D-A5C48AD4CB8E}"/>
              </a:ext>
            </a:extLst>
          </p:cNvPr>
          <p:cNvCxnSpPr/>
          <p:nvPr/>
        </p:nvCxnSpPr>
        <p:spPr>
          <a:xfrm>
            <a:off x="10709910" y="3177540"/>
            <a:ext cx="1074420" cy="42291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CAE32C6D-8FC5-FD03-0A5A-9EBBC300D3AF}"/>
              </a:ext>
            </a:extLst>
          </p:cNvPr>
          <p:cNvSpPr/>
          <p:nvPr/>
        </p:nvSpPr>
        <p:spPr>
          <a:xfrm>
            <a:off x="8309610" y="5212080"/>
            <a:ext cx="1108710" cy="73152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A44CAB1-FD5A-A457-2936-26DE2608E8A4}"/>
              </a:ext>
            </a:extLst>
          </p:cNvPr>
          <p:cNvSpPr/>
          <p:nvPr/>
        </p:nvSpPr>
        <p:spPr>
          <a:xfrm>
            <a:off x="8481060" y="1908810"/>
            <a:ext cx="937260" cy="8801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0151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820A5-71C1-E1BA-5383-B0A159804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37EC0-57F4-1C79-84CB-B12D4C58CAAA}"/>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97C29E3E-CF00-4EE0-E294-0A572D4E9659}"/>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5" name="Picture 4">
            <a:extLst>
              <a:ext uri="{FF2B5EF4-FFF2-40B4-BE49-F238E27FC236}">
                <a16:creationId xmlns:a16="http://schemas.microsoft.com/office/drawing/2014/main" id="{FFD3569E-4E61-942D-3364-70D4536BD344}"/>
              </a:ext>
            </a:extLst>
          </p:cNvPr>
          <p:cNvPicPr>
            <a:picLocks noChangeAspect="1"/>
          </p:cNvPicPr>
          <p:nvPr/>
        </p:nvPicPr>
        <p:blipFill>
          <a:blip r:embed="rId2"/>
          <a:stretch>
            <a:fillRect/>
          </a:stretch>
        </p:blipFill>
        <p:spPr>
          <a:xfrm>
            <a:off x="6019800" y="1508759"/>
            <a:ext cx="5921692" cy="4668203"/>
          </a:xfrm>
          <a:prstGeom prst="rect">
            <a:avLst/>
          </a:prstGeom>
        </p:spPr>
      </p:pic>
      <p:sp>
        <p:nvSpPr>
          <p:cNvPr id="9" name="Rectangle 8">
            <a:extLst>
              <a:ext uri="{FF2B5EF4-FFF2-40B4-BE49-F238E27FC236}">
                <a16:creationId xmlns:a16="http://schemas.microsoft.com/office/drawing/2014/main" id="{DA95A4BE-8FDB-F15D-D7B7-28D554B7E532}"/>
              </a:ext>
            </a:extLst>
          </p:cNvPr>
          <p:cNvSpPr/>
          <p:nvPr/>
        </p:nvSpPr>
        <p:spPr>
          <a:xfrm>
            <a:off x="7304926" y="3429000"/>
            <a:ext cx="2188395" cy="25197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7887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808C1-5591-58CE-BB2D-3277524BB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57D09-8831-59AB-E0C3-3EC5B1442497}"/>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0F362AD2-B483-9819-DDA9-AB9297449A6A}"/>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5" name="Picture 4">
            <a:extLst>
              <a:ext uri="{FF2B5EF4-FFF2-40B4-BE49-F238E27FC236}">
                <a16:creationId xmlns:a16="http://schemas.microsoft.com/office/drawing/2014/main" id="{07ACCEDC-CFC1-8574-2544-E2A5E57D77A7}"/>
              </a:ext>
            </a:extLst>
          </p:cNvPr>
          <p:cNvPicPr>
            <a:picLocks noChangeAspect="1"/>
          </p:cNvPicPr>
          <p:nvPr/>
        </p:nvPicPr>
        <p:blipFill>
          <a:blip r:embed="rId2"/>
          <a:stretch>
            <a:fillRect/>
          </a:stretch>
        </p:blipFill>
        <p:spPr>
          <a:xfrm>
            <a:off x="6019800" y="1825625"/>
            <a:ext cx="6000964" cy="4356100"/>
          </a:xfrm>
          <a:prstGeom prst="rect">
            <a:avLst/>
          </a:prstGeom>
        </p:spPr>
      </p:pic>
      <p:cxnSp>
        <p:nvCxnSpPr>
          <p:cNvPr id="10" name="Straight Arrow Connector 9">
            <a:extLst>
              <a:ext uri="{FF2B5EF4-FFF2-40B4-BE49-F238E27FC236}">
                <a16:creationId xmlns:a16="http://schemas.microsoft.com/office/drawing/2014/main" id="{A21F9F9C-F603-1F4B-F2D9-18CF1C2058F3}"/>
              </a:ext>
            </a:extLst>
          </p:cNvPr>
          <p:cNvCxnSpPr/>
          <p:nvPr/>
        </p:nvCxnSpPr>
        <p:spPr>
          <a:xfrm>
            <a:off x="8856324" y="2465798"/>
            <a:ext cx="934948" cy="36986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D020C65B-E4E5-1C68-FA29-5FD21FBFE056}"/>
              </a:ext>
            </a:extLst>
          </p:cNvPr>
          <p:cNvSpPr/>
          <p:nvPr/>
        </p:nvSpPr>
        <p:spPr>
          <a:xfrm>
            <a:off x="9195371" y="3791164"/>
            <a:ext cx="2640458" cy="23857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1628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3277E-199A-47EF-29BE-C6310B097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22631-5559-BE49-BC20-3AF260C027A9}"/>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CB8C1D90-ADE1-FCE3-13CC-E6C41600319E}"/>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5" name="Picture 4">
            <a:extLst>
              <a:ext uri="{FF2B5EF4-FFF2-40B4-BE49-F238E27FC236}">
                <a16:creationId xmlns:a16="http://schemas.microsoft.com/office/drawing/2014/main" id="{9AF32381-08FB-9580-ABAE-5A49A1BA1758}"/>
              </a:ext>
            </a:extLst>
          </p:cNvPr>
          <p:cNvPicPr>
            <a:picLocks noChangeAspect="1"/>
          </p:cNvPicPr>
          <p:nvPr/>
        </p:nvPicPr>
        <p:blipFill>
          <a:blip r:embed="rId2"/>
          <a:stretch>
            <a:fillRect/>
          </a:stretch>
        </p:blipFill>
        <p:spPr>
          <a:xfrm>
            <a:off x="6019800" y="1690688"/>
            <a:ext cx="6061752" cy="4486275"/>
          </a:xfrm>
          <a:prstGeom prst="rect">
            <a:avLst/>
          </a:prstGeom>
        </p:spPr>
      </p:pic>
      <p:cxnSp>
        <p:nvCxnSpPr>
          <p:cNvPr id="9" name="Straight Arrow Connector 8">
            <a:extLst>
              <a:ext uri="{FF2B5EF4-FFF2-40B4-BE49-F238E27FC236}">
                <a16:creationId xmlns:a16="http://schemas.microsoft.com/office/drawing/2014/main" id="{68B8B465-6416-EB59-80FF-987C5A4A0EEB}"/>
              </a:ext>
            </a:extLst>
          </p:cNvPr>
          <p:cNvCxnSpPr/>
          <p:nvPr/>
        </p:nvCxnSpPr>
        <p:spPr>
          <a:xfrm flipV="1">
            <a:off x="8157681" y="2465797"/>
            <a:ext cx="647271" cy="33904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A62A4D0-0704-3894-00E1-BC72C8C0328A}"/>
              </a:ext>
            </a:extLst>
          </p:cNvPr>
          <p:cNvCxnSpPr/>
          <p:nvPr/>
        </p:nvCxnSpPr>
        <p:spPr>
          <a:xfrm>
            <a:off x="10068674" y="2465798"/>
            <a:ext cx="0" cy="33904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6729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138</TotalTime>
  <Words>811</Words>
  <Application>Microsoft Office PowerPoint</Application>
  <PresentationFormat>Widescreen</PresentationFormat>
  <Paragraphs>53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Maheen Khalid</cp:lastModifiedBy>
  <cp:revision>3</cp:revision>
  <dcterms:created xsi:type="dcterms:W3CDTF">2024-09-03T15:16:05Z</dcterms:created>
  <dcterms:modified xsi:type="dcterms:W3CDTF">2026-09-04T00:29:45Z</dcterms:modified>
</cp:coreProperties>
</file>